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9385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用于更快生成结合购物记录与天气数据的个性化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80360"/>
            <a:ext cx="73152" cy="12344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核心假设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同一套执行引擎，只更换 JSON 配置文件，就能运行不同 Agent。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880360"/>
            <a:ext cx="73152" cy="1234440"/>
          </a:xfrm>
          <a:prstGeom prst="rect">
            <a:avLst/>
          </a:prstGeom>
          <a:solidFill>
            <a:srgbClr val="2F7D68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范围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实现穿搭推荐、旅行准备物、通勤/上学准备 3 个 Agent。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2880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8A6F1F"/>
          </a:solidFill>
          <a:ln w="12700">
            <a:solidFill>
              <a:srgbClr val="8A6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评价重点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47888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不只评价功能，而是评价 Agent 制作过程的工作量与复用性。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" y="6199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2026.04 | 综合设计发表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每做一个特定目的 Agent，都会重复大量相似开发工作。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输入分析、API 调用、数据分析、推荐规则、输出格式都要重复实现。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添加相似 Agent 时，同样结构的工作仍会重复出现。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因此需要降低 Agent 制作过程本身的成本。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150876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6304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直接实现步骤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680960" y="1417320"/>
            <a:ext cx="361188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46304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重复工作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150876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输入处理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80960" y="2011680"/>
            <a:ext cx="36118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05740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解析城市、日期、用户意图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150876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5176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80960" y="2606040"/>
            <a:ext cx="361188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65176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连接天气 API 与购物记录数据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150876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24612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分析/推荐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6118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24612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风格分析、温度规则、条件判断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150876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4048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输出/UI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80960" y="3794760"/>
            <a:ext cx="361188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84048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回复模板与页面连接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不是做完整商业平台，而是用 MVP 验证 Builder 的核心可能性。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520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63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共通引擎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Plan -&gt; Act -&gt; Analyze -&gt; Decide -&gt; Compose 执行流程。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520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1463040"/>
          </a:xfrm>
          <a:prstGeom prst="rect">
            <a:avLst/>
          </a:prstGeom>
          <a:solidFill>
            <a:srgbClr val="2F7D68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563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之间的差异写在 JSON config 里。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417320"/>
            <a:ext cx="73152" cy="1463040"/>
          </a:xfrm>
          <a:prstGeom prst="rect">
            <a:avLst/>
          </a:prstGeom>
          <a:solidFill>
            <a:srgbClr val="8A6F1F"/>
          </a:solidFill>
          <a:ln w="12700">
            <a:solidFill>
              <a:srgbClr val="8A6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5636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复用性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30768" y="18928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用同一引擎运行 3 个相似难度 Agent。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engine.py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different JSON config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different Agent behavior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提出方法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Agent 执行流程，把工具、规则和输出交给配置控制。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确定城市/日期/用户/Agent 配置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79192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9504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Weather API + shopping_history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82896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93208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8F5F1"/>
          </a:solidFill>
          <a:ln w="12700">
            <a:solidFill>
              <a:srgbClr val="2F7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02936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从购买记录提取风格和颜色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86600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按天气与购买记录应用推荐规则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290304" y="2560320"/>
            <a:ext cx="182880" cy="237744"/>
          </a:xfrm>
          <a:prstGeom prst="rightArrow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0616" y="2176272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0344" y="23317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10344" y="2615184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output_template 生成回答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43000" y="3977640"/>
            <a:ext cx="2194560" cy="28346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02336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977640"/>
            <a:ext cx="7680960" cy="28346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02336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43000" y="4261104"/>
            <a:ext cx="21945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30682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4261104"/>
            <a:ext cx="76809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306824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是否使用天气 API 与购物记录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43000" y="4544568"/>
            <a:ext cx="21945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59028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temperature_rules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4544568"/>
            <a:ext cx="76809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590288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温度区间推荐规则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43000" y="4828032"/>
            <a:ext cx="21945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87375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conditional_extras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4828032"/>
            <a:ext cx="768096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873752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下雨、温差等附加条件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143000" y="5111496"/>
            <a:ext cx="21945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515721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output_template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5111496"/>
            <a:ext cx="7680960" cy="28346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5157216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最终回复格式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把共通执行引擎和 Agent 配置文件分离。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063240" cy="61395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86200" y="1371600"/>
            <a:ext cx="7543800" cy="613954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417320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985554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31274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web_app.py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1985554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031274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Agent / 用户，展示结果与 trace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599509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45229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src/agent_builder/engine.py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200" y="2599509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645229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共通执行引擎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213463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59183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src/agent_builder/shopping.py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3213463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259183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购物记录分析与已有单品选择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827417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73137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configs/*.json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86200" y="3827417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873137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Agent 的推荐规则与输出模板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441371"/>
            <a:ext cx="306324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87091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data/shopping_history.json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6200" y="4441371"/>
            <a:ext cx="7543800" cy="61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487091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模拟购买记录数据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5055326"/>
            <a:ext cx="306324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01046"/>
            <a:ext cx="297180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WeatherTool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5055326"/>
            <a:ext cx="7543800" cy="613954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5101046"/>
            <a:ext cx="745236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Open-Meteo 的实时天气查询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Demo: 3 个相似难度 Agent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Agent 使用同一引擎和同一数据分析模块。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0574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9718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46304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297180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46304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732520" y="1417320"/>
            <a:ext cx="2788920" cy="7772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46304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复用部分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20574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4028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Outfit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88920" y="219456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4028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天气+购物记录的穿搭推荐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760720" y="219456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24028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outfit_agent.json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732520" y="2194560"/>
            <a:ext cx="278892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24028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31520" y="2971800"/>
            <a:ext cx="20574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1752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 Packing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788920" y="2971800"/>
            <a:ext cx="29718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01752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天气+购物记录的旅行准备物推荐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760720" y="2971800"/>
            <a:ext cx="297180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01752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travel_pack_agent.json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732520" y="2971800"/>
            <a:ext cx="278892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301752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20574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794760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Commute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788920" y="374904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79476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天气+购物记录的通勤/上学准备推荐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760720" y="3749040"/>
            <a:ext cx="29718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79476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commute_agent.json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732520" y="3749040"/>
            <a:ext cx="278892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3794760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engine, shopping, weather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22960" y="489204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5038344"/>
            <a:ext cx="10277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重点不是单个 Agent 的功能，而是同一执行引擎通过换配置文件运行不同 Agent。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评价: 直接实现 vs Builder 方式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根据教授反馈，评价 Agent 的制作过程本身。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251460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工作步骤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416052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417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直接实现方式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360920" y="1371600"/>
            <a:ext cx="4206240" cy="59436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41732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Builder 方式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1168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执行流程设计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0116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单独设计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60920" y="196596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01168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复用固定流程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256032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0604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 API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200400" y="256032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60604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手写调用代码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360920" y="256032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60604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复用已有 Tool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85800" y="315468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004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购物记录分析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2004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手写分析逻辑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360920" y="315468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20040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shopping.py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85800" y="374904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推荐规则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200400" y="374904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79476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Python 代码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360920" y="374904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79476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JSON rule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85800" y="4343400"/>
            <a:ext cx="25146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200400" y="4343400"/>
            <a:ext cx="416052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3891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在代码里改字符串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360920" y="4343400"/>
            <a:ext cx="420624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38912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output_template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85800" y="4937760"/>
            <a:ext cx="251460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98348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200400" y="4937760"/>
            <a:ext cx="416052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9834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手动确认每一步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360920" y="4937760"/>
            <a:ext cx="4206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498348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trace 确认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实现指标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当前代码中可确认的客观指标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3383280" cy="40132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4114800" y="1325880"/>
            <a:ext cx="1783080" cy="40132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37160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731520" y="172720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7292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Agent 数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114800" y="172720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77292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31520" y="212852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7424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配置文件数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114800" y="212852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7424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31520" y="252984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7556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Outfit config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114800" y="252984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57556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行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31520" y="293116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7688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 config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114800" y="293116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97688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行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31520" y="333248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7820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Commute config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114800" y="333248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337820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行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1520" y="373380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77952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共通执行引擎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114800" y="373380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77952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248 行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31520" y="4135120"/>
            <a:ext cx="33832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18084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购物分析模块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4114800" y="4135120"/>
            <a:ext cx="1783080" cy="4013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418084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 行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731520" y="4536440"/>
            <a:ext cx="33832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82160"/>
            <a:ext cx="32918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全部测试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114800" y="4536440"/>
            <a:ext cx="1783080" cy="40132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582160"/>
            <a:ext cx="169164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263640" y="1325880"/>
            <a:ext cx="2560320" cy="6019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37160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823960" y="1325880"/>
            <a:ext cx="2606040" cy="6019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137160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复用情况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263640" y="192786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97358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engine.py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8823960" y="192786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0" y="197358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Agent 复用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263640" y="2529840"/>
            <a:ext cx="256032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257556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shopping.py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823960" y="2529840"/>
            <a:ext cx="260604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257556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Agent 复用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263640" y="313182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17754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shopping_history.json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8823960" y="313182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69680" y="317754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Agent 复用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6263640" y="3733800"/>
            <a:ext cx="256032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77952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 API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823960" y="3733800"/>
            <a:ext cx="2606040" cy="6019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377952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Agent 复用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6263640" y="4335780"/>
            <a:ext cx="256032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381500"/>
            <a:ext cx="24688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output_template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8823960" y="4335780"/>
            <a:ext cx="2606040" cy="601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69680" y="4381500"/>
            <a:ext cx="25146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Agent 在 config 中修改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制作时间记录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实际耗时需要用团队工作记录补充。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10312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Outfit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155448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37160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60920" y="1325880"/>
            <a:ext cx="4206240" cy="554355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37160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188023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2595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9748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5196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06440" y="188023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2595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60920" y="188023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92595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Agent 都需要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243459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48031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9748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5196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06440" y="243459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48031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360920" y="243459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48031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复用已有数据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4360" y="298894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3466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连接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69748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5196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06440" y="298894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03466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60920" y="298894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03466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复用 Weather Tool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" y="354330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58902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购物分析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69748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5196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06440" y="354330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358902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60920" y="354330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358902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复用 shopping.py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4360" y="409765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14337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推荐规则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69748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5196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806440" y="409765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0" y="414337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60920" y="409765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414337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只写 config rule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4360" y="4652010"/>
            <a:ext cx="210312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697730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输出模板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69748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25196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9768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806440" y="4652010"/>
            <a:ext cx="155448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4697730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360920" y="4652010"/>
            <a:ext cx="4206240" cy="554355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4697730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只改 output_template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4360" y="5206365"/>
            <a:ext cx="210312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5252085"/>
            <a:ext cx="201168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总耗时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69748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25196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806440" y="5206365"/>
            <a:ext cx="155448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0" y="5252085"/>
            <a:ext cx="146304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待记录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360920" y="5206365"/>
            <a:ext cx="4206240" cy="554355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06640" y="5252085"/>
            <a:ext cx="4114800" cy="48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 Builder 效果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现场演示流程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演示顺序要突出复用结构，而不是只展示功能。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48640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切换到韩语 UI。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Outfit Agent + User A，说明购物记录分析。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User B，展示个性化结果变化。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Travel Packing Agent，展示 Loaded Config 变化。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Commute Agent，说明第三个 Agent 也使用同样 trace。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4754880" cy="2057400"/>
          </a:xfrm>
          <a:prstGeom prst="roundRect">
            <a:avLst>
              <a:gd name="adj" fmla="val 2667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700784"/>
            <a:ext cx="4425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核心说明: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 Agent 本身，而是同一个 engine.py 通过更换配置文件运行不同 Agent。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4069080"/>
            <a:ext cx="1828800" cy="4114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411480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确认位置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4069080"/>
            <a:ext cx="2926080" cy="41148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11480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0" y="4480560"/>
            <a:ext cx="1828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52628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Loaded Config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0" y="4480560"/>
            <a:ext cx="29260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5262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确认加载了哪个 JSON 配置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4892040"/>
            <a:ext cx="1828800" cy="4114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93776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Trace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4892040"/>
            <a:ext cx="2926080" cy="411480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93776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确认相同 5 步执行流程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 MVP 的边界。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834640" cy="621792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11880" y="1417320"/>
            <a:ext cx="7863840" cy="621792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84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未接真实购物平台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2039112"/>
            <a:ext cx="7863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848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当前使用模拟购物记录 JSON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60904"/>
            <a:ext cx="28346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066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不是完整 No-code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2660904"/>
            <a:ext cx="78638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7066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当前仍需直接编辑配置文件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282696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284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数量有限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1880" y="3282696"/>
            <a:ext cx="7863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3284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3 个示例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904488"/>
            <a:ext cx="28346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50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推荐质量评估未完成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904488"/>
            <a:ext cx="7863840" cy="621792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950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当前重点是制作过程效率验证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800600"/>
            <a:ext cx="10561320" cy="822960"/>
          </a:xfrm>
          <a:prstGeom prst="roundRect">
            <a:avLst>
              <a:gd name="adj" fmla="val 6667"/>
            </a:avLst>
          </a:prstGeom>
          <a:solidFill>
            <a:srgbClr val="FFF7DF"/>
          </a:solidFill>
          <a:ln w="12700">
            <a:solidFill>
              <a:srgbClr val="F1D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46904"/>
            <a:ext cx="10232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后续可把 shopping_history 数据源替换成 Cafe24、Shopify、WooCommerce API 或用户上传文件。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5486400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本项目不是只做一个 Agent，而是验证 Builder MVP。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Agent 复用同一执行引擎和购物记录分析模块。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的差异由 58 行左右的 JSON 配置文件定义。</a:t>
            </a:r>
            <a:endParaRPr lang="en-US" sz="1500" dirty="0"/>
          </a:p>
          <a:p>
            <a:r>
              <a:rPr lang="en-US" sz="15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下一步需要记录真实制作时间，量化 Builder 方式的效率。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4846320" cy="2560320"/>
          </a:xfrm>
          <a:prstGeom prst="roundRect">
            <a:avLst>
              <a:gd name="adj" fmla="val 2143"/>
            </a:avLst>
          </a:prstGeom>
          <a:solidFill>
            <a:srgbClr val="E8F5F1"/>
          </a:solidFill>
          <a:ln w="12700">
            <a:solidFill>
              <a:srgbClr val="BF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1746504"/>
            <a:ext cx="45171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虽然还不是完整平台，但已经证明更换配置文件即可运行相似 Agent。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4663440"/>
            <a:ext cx="2148840" cy="4343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470916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549640" y="4663440"/>
            <a:ext cx="2697480" cy="434340"/>
          </a:xfrm>
          <a:prstGeom prst="rect">
            <a:avLst/>
          </a:prstGeom>
          <a:solidFill>
            <a:srgbClr val="12202B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709160"/>
            <a:ext cx="26060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Agent 正常运行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5097780"/>
            <a:ext cx="2148840" cy="4343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51435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评价方向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49640" y="5097780"/>
            <a:ext cx="2697480" cy="4343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5143500"/>
            <a:ext cx="26060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制作时间 / 修改量对比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 AI Agent Builder MVP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492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配置驱动 AI Agent Builder MVP</dc:title>
  <dc:subject>配置驱动 AI Agent Builder MVP</dc:subject>
  <dc:creator>Codex</dc:creator>
  <cp:lastModifiedBy>Codex</cp:lastModifiedBy>
  <cp:revision>1</cp:revision>
  <dcterms:created xsi:type="dcterms:W3CDTF">2026-04-29T02:29:28Z</dcterms:created>
  <dcterms:modified xsi:type="dcterms:W3CDTF">2026-04-29T02:29:28Z</dcterms:modified>
</cp:coreProperties>
</file>