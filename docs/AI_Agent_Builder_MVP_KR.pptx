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9385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기록과 날씨 데이터를 활용하는 개인화 Agent를 더 빠르게 생성하기 위한 Builder 검증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80360"/>
            <a:ext cx="73152" cy="123444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실행 엔진에서 JSON 설정 파일만 바꾸면 서로 다른 Agent를 실행할 수 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2880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880360"/>
            <a:ext cx="73152" cy="1234440"/>
          </a:xfrm>
          <a:prstGeom prst="rect">
            <a:avLst/>
          </a:prstGeom>
          <a:solidFill>
            <a:srgbClr val="2F7D68"/>
          </a:solidFill>
          <a:ln w="12700">
            <a:solidFill>
              <a:srgbClr val="2F7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범위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의류 추천, 여행 준비물, 통학/출근 준비 3개 Agent를 구현했다.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2880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8A6F1F"/>
          </a:solidFill>
          <a:ln w="12700">
            <a:solidFill>
              <a:srgbClr val="8A6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관점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47888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기능보다 Agent 생성 과정의 작업량과 재사용성을 평가한다.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" y="6199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2026.04 | 종합설계 발표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하나를 만들 때마다 반복되는 구현 작업이 많다.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12064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분석, API 호출, 데이터 분석, 추천 규칙, 출력 형식을 매번 구현해야 한다.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유사한 Agent를 추가할 때도 같은 구조의 작업이 반복된다.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Agent 기능 자체보다 생성 과정을 줄이는 방법이 필요하다.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150876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6304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구현 단계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680960" y="1417320"/>
            <a:ext cx="361188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46304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작업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150876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처리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80960" y="2011680"/>
            <a:ext cx="361188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05740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도시, 날짜, 사용자 의도 파싱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606040"/>
            <a:ext cx="150876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5176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80960" y="2606040"/>
            <a:ext cx="361188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65176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API, 쇼핑 기록 데이터 연결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150876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24612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분석/추천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80960" y="3200400"/>
            <a:ext cx="361188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24612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분석, 온도별 추천 규칙 작성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3794760"/>
            <a:ext cx="150876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4048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출력/UI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80960" y="3794760"/>
            <a:ext cx="361188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84048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템플릿과 화면 연결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완성형 플랫폼이 아니라 Builder의 핵심 가능성을 MVP로 검증한다.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520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146304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63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엔진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-&gt; Act -&gt; Analyze -&gt; Decide -&gt; Compose 실행 흐름을 고정한다.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520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1463040"/>
          </a:xfrm>
          <a:prstGeom prst="rect">
            <a:avLst/>
          </a:prstGeom>
          <a:solidFill>
            <a:srgbClr val="2F7D68"/>
          </a:solidFill>
          <a:ln w="12700">
            <a:solidFill>
              <a:srgbClr val="2F7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563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Agent별 차이는 JSON config에 작성한다.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417320"/>
            <a:ext cx="73152" cy="1463040"/>
          </a:xfrm>
          <a:prstGeom prst="rect">
            <a:avLst/>
          </a:prstGeom>
          <a:solidFill>
            <a:srgbClr val="8A6F1F"/>
          </a:solidFill>
          <a:ln w="12700">
            <a:solidFill>
              <a:srgbClr val="8A6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5636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30768" y="18928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난이도 Agent 3개를 같은 엔진으로 실행한다.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3703320"/>
            <a:ext cx="10058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engine.py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different JSON config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different Agent behavior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Method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흐름을 고정하고, 도구와 규칙은 설정으로 변경한다.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도시/날짜/사용자/Agent 설정 확정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79192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9504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API + shopping_history 호출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82896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93208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8F5F1"/>
          </a:solidFill>
          <a:ln w="12700">
            <a:solidFill>
              <a:srgbClr val="2F7D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02936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기록에서 스타일/색상 추출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86600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날씨와 구매 기록 기반 규칙 적용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290304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0616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0344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10344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output_template로 응답 생성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43000" y="3977640"/>
            <a:ext cx="2194560" cy="28346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02336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 항목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977640"/>
            <a:ext cx="7680960" cy="28346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023360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143000" y="4261104"/>
            <a:ext cx="21945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30682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4261104"/>
            <a:ext cx="76809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306824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API, shopping_history 사용 여부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43000" y="4544568"/>
            <a:ext cx="21945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59028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temperature_rules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37560" y="4544568"/>
            <a:ext cx="76809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590288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온도별 추천 규칙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143000" y="4828032"/>
            <a:ext cx="21945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87375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conditional_extras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4828032"/>
            <a:ext cx="76809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87375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비, 일교차 등 추가 조건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43000" y="5111496"/>
            <a:ext cx="21945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515721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output_template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37560" y="5111496"/>
            <a:ext cx="76809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5157216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응답 문장 형식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엔진과 Agent별 설정 파일을 분리한다.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063240" cy="61395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86200" y="1371600"/>
            <a:ext cx="7543800" cy="61395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417320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985554"/>
            <a:ext cx="306324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31274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web_app.py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1985554"/>
            <a:ext cx="754380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031274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선택, 사용자 선택, 결과와 trace 표시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599509"/>
            <a:ext cx="306324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45229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src/agent_builder/engine.py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6200" y="2599509"/>
            <a:ext cx="754380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645229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실행 엔진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3213463"/>
            <a:ext cx="306324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59183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src/agent_builder/shopping.py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3213463"/>
            <a:ext cx="754380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259183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기록 분석 및 보유 단품 선택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827417"/>
            <a:ext cx="306324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73137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configs/*.json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86200" y="3827417"/>
            <a:ext cx="754380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873137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Agent별 추천 규칙과 출력 템플릿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4441371"/>
            <a:ext cx="306324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87091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data/shopping_history.json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86200" y="4441371"/>
            <a:ext cx="754380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487091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구매 기록 데이터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5055326"/>
            <a:ext cx="306324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01046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WeatherTool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6200" y="5055326"/>
            <a:ext cx="754380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5101046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기반 실시간 날씨 조회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Demo: 3 Similar Agents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Agent는 같은 엔진과 같은 데이터 분석 모듈을 사용한다.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05740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97180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46304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0" y="1417320"/>
            <a:ext cx="297180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46304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732520" y="1417320"/>
            <a:ext cx="278892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46304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요소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20574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4028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Outfit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88920" y="219456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4028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날씨+쇼핑 기록 기반 의류 추천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760720" y="219456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24028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outfit_agent.json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732520" y="2194560"/>
            <a:ext cx="278892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24028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engine, shopping, weather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31520" y="2971800"/>
            <a:ext cx="205740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1752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 Packing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788920" y="2971800"/>
            <a:ext cx="297180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01752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날씨+쇼핑 기록 기반 여행 준비물 추천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760720" y="2971800"/>
            <a:ext cx="297180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01752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travel_pack_agent.json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732520" y="2971800"/>
            <a:ext cx="278892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301752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engine, shopping, weather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31520" y="3749040"/>
            <a:ext cx="20574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79476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788920" y="374904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79476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날씨+쇼핑 기록 기반 통학/출근 준비 추천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760720" y="374904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79476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commute_agent.json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732520" y="3749040"/>
            <a:ext cx="278892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379476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engine, shopping, weather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22960" y="489204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E8F5F1"/>
          </a:solidFill>
          <a:ln w="12700">
            <a:solidFill>
              <a:srgbClr val="BFE1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5038344"/>
            <a:ext cx="10277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점은 Agent 기능 자체보다, 같은 실행 엔진에서 설정 파일만 바꿔 서로 다른 Agent가 실행된다는 점이다.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Evaluation: 기존 방식 vs Builder 방식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피드백에 따라 Agent 생성 과정 자체를 비교한다.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251460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단계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416052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417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구현 방식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360920" y="1371600"/>
            <a:ext cx="420624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41732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Builder 방식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2514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1168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 설계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41605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01168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Agent마다 직접 설계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60920" y="1965960"/>
            <a:ext cx="42062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01168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흐름 재사용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2560320"/>
            <a:ext cx="251460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0604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API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200400" y="2560320"/>
            <a:ext cx="41605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60604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코드 직접 작성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360920" y="2560320"/>
            <a:ext cx="4206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60604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Tool 재사용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85800" y="3154680"/>
            <a:ext cx="2514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004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기록 분석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41605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2004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로직 직접 작성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360920" y="3154680"/>
            <a:ext cx="42062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20040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shopping.py 재사용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85800" y="3749040"/>
            <a:ext cx="251460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9476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규칙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200400" y="3749040"/>
            <a:ext cx="41605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79476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코드 수정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360920" y="3749040"/>
            <a:ext cx="4206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79476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rule 수정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85800" y="4343400"/>
            <a:ext cx="2514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200400" y="4343400"/>
            <a:ext cx="41605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3891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코드에서 문자열 수정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360920" y="4343400"/>
            <a:ext cx="42062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38912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output_template 수정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85800" y="4937760"/>
            <a:ext cx="251460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98348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200400" y="4937760"/>
            <a:ext cx="41605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98348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직접 확인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360920" y="4937760"/>
            <a:ext cx="4206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498348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trace로 확인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Metrics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코드 기준으로 확인 가능한 객관적 지표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3383280" cy="40132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4114800" y="1325880"/>
            <a:ext cx="1783080" cy="40132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37160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31520" y="172720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7292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Agent 수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114800" y="172720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77292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31520" y="212852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7424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설정 파일 수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114800" y="212852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17424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31520" y="252984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7556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Outfit config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114800" y="252984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57556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lines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31520" y="293116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7688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 config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114800" y="293116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97688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lines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31520" y="333248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7820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 config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114800" y="333248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337820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lines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31520" y="373380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77952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실행 엔진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114800" y="373380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377952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248 lines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31520" y="413512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18084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분석 모듈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4114800" y="413512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418084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lines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731520" y="453644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58216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테스트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114800" y="453644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458216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263640" y="1325880"/>
            <a:ext cx="2560320" cy="6019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137160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823960" y="1325880"/>
            <a:ext cx="2606040" cy="6019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137160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여부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263640" y="1927860"/>
            <a:ext cx="256032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97358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engine.py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8823960" y="1927860"/>
            <a:ext cx="260604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0" y="197358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Agent에서 재사용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6263640" y="2529840"/>
            <a:ext cx="256032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257556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shopping.py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823960" y="2529840"/>
            <a:ext cx="260604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257556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Agent에서 재사용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6263640" y="3131820"/>
            <a:ext cx="256032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17754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shopping_history.json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8823960" y="3131820"/>
            <a:ext cx="260604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69680" y="317754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Agent에서 재사용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6263640" y="3733800"/>
            <a:ext cx="256032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77952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API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8823960" y="3733800"/>
            <a:ext cx="260604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0" y="377952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Agent에서 재사용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6263640" y="4335780"/>
            <a:ext cx="256032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38150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output_template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8823960" y="4335780"/>
            <a:ext cx="260604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69680" y="438150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Agent별 config에서 변경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Time Log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시간은 팀 작업 기록으로 채워야 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10312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단계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97480" y="1325880"/>
            <a:ext cx="155448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37160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Outfit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155448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7160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806440" y="1325880"/>
            <a:ext cx="155448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37160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60920" y="1325880"/>
            <a:ext cx="420624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37160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188023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2595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97480" y="188023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92595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51960" y="188023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92595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06440" y="188023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92595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60920" y="188023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92595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Agent 모두 필요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4360" y="2434590"/>
            <a:ext cx="210312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48031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97480" y="243459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48031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51960" y="243459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48031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06440" y="243459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48031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360920" y="2434590"/>
            <a:ext cx="420624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48031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B/C는 기존 데이터 재사용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4360" y="298894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03466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연결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697480" y="298894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03466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51960" y="298894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303466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06440" y="298894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03466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360920" y="298894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03466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B/C는 Weather Tool 재사용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4360" y="3543300"/>
            <a:ext cx="210312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58902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분석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697480" y="354330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0" y="358902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51960" y="354330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58902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06440" y="354330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358902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60920" y="3543300"/>
            <a:ext cx="420624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358902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B/C는 shopping.py 재사용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4360" y="409765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14337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규칙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697480" y="409765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414337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51960" y="409765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414337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806440" y="409765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52160" y="414337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60920" y="409765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414337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B/C는 config rule 작성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94360" y="4652010"/>
            <a:ext cx="210312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69773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템플릿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697480" y="465201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0" y="469773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251960" y="465201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97680" y="469773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806440" y="465201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0" y="469773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360920" y="4652010"/>
            <a:ext cx="420624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06640" y="469773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B/C는 output_template 수정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4360" y="520636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525208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소요 시간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697480" y="520636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0" y="525208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251960" y="520636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525208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806440" y="520636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52160" y="525208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필요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360920" y="520636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06640" y="525208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Builder 효과 정량화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 Plan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기능보다 재사용 구조를 보여주는 순서로 진행한다.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48640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UI로 실행한다.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Outfit Agent + User A를 실행하고 쇼핑 기록 분석을 설명한다.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B로 변경해 개인화 결과가 바뀌는 것을 보여준다.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 Packing Agent로 바꿔 Loaded Config 변화를 보여준다.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 Agent로 바꿔 세 번째 Agent도 같은 trace로 실행됨을 보여준다.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4754880" cy="2057400"/>
          </a:xfrm>
          <a:prstGeom prst="roundRect">
            <a:avLst>
              <a:gd name="adj" fmla="val 2667"/>
            </a:avLst>
          </a:prstGeom>
          <a:solidFill>
            <a:srgbClr val="E8F5F1"/>
          </a:solidFill>
          <a:ln w="12700">
            <a:solidFill>
              <a:srgbClr val="BFE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700784"/>
            <a:ext cx="44256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설명: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자체가 아니라, 같은 engine.py에서 설정 파일만 교체해 다른 Agent가 실행된다는 점이 중요합니다.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4069080"/>
            <a:ext cx="1828800" cy="4114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411480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위치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0" y="4069080"/>
            <a:ext cx="2926080" cy="4114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11480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0" y="4480560"/>
            <a:ext cx="18288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52628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Loaded Config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0" y="4480560"/>
            <a:ext cx="29260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45262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JSON 설정이 로드됐는지 확인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4892040"/>
            <a:ext cx="1828800" cy="4114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93776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Trace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4892040"/>
            <a:ext cx="2926080" cy="4114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93776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5단계 실행 흐름 확인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범위를 명확히 말해야 한다.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834640" cy="621792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11880" y="1417320"/>
            <a:ext cx="7863840" cy="621792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쇼핑몰 API 미연동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2039112"/>
            <a:ext cx="7863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848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모의 쇼핑 기록 JSON 사용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60904"/>
            <a:ext cx="28346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066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No-code 아님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2660904"/>
            <a:ext cx="78638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7066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설정 파일을 직접 수정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282696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284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Agent 제한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11880" y="3282696"/>
            <a:ext cx="7863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32841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3개 예시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904488"/>
            <a:ext cx="28346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50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품질 평가 미완성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3904488"/>
            <a:ext cx="78638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950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생성 과정 효율성 검증 중심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4800600"/>
            <a:ext cx="10561320" cy="822960"/>
          </a:xfrm>
          <a:prstGeom prst="roundRect">
            <a:avLst>
              <a:gd name="adj" fmla="val 6667"/>
            </a:avLst>
          </a:prstGeom>
          <a:solidFill>
            <a:srgbClr val="FFF7DF"/>
          </a:solidFill>
          <a:ln w="12700">
            <a:solidFill>
              <a:srgbClr val="F1D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946904"/>
            <a:ext cx="10232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Cafe24, Shopify, WooCommerce API 또는 사용자 업로드 파일로 shopping_history 데이터 소스를 교체할 수 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5486400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프로젝트는 특정 Agent 하나가 아니라 Builder MVP를 검증한다.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Agent는 같은 실행 엔진과 같은 쇼핑 기록 분석 모듈을 재사용한다.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Agent별 차이는 각각 58줄 규모의 JSON 설정 파일에 정의된다.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실제 작업 시간을 기록해 Builder 방식의 효율성을 정량화하는 것이다.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4846320" cy="2560320"/>
          </a:xfrm>
          <a:prstGeom prst="roundRect">
            <a:avLst>
              <a:gd name="adj" fmla="val 2143"/>
            </a:avLst>
          </a:prstGeom>
          <a:solidFill>
            <a:srgbClr val="E8F5F1"/>
          </a:solidFill>
          <a:ln w="12700">
            <a:solidFill>
              <a:srgbClr val="BFE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5392" y="1746504"/>
            <a:ext cx="45171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플랫폼은 아니지만, 설정 파일 교체만으로 유사 Agent를 실행할 수 있음을 확인했다.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4663440"/>
            <a:ext cx="2148840" cy="4343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470916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성과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549640" y="4663440"/>
            <a:ext cx="2697480" cy="4343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4709160"/>
            <a:ext cx="26060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Agent 정상 실행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0" y="5097780"/>
            <a:ext cx="2148840" cy="4343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51435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방향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549640" y="5097780"/>
            <a:ext cx="2697480" cy="4343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5143500"/>
            <a:ext cx="26060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시간/수정량 비교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기반 AI Agent Builder MVP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설정 기반 AI Agent Builder MVP</dc:title>
  <dc:subject>설정 기반 AI Agent Builder MVP</dc:subject>
  <dc:creator>Codex</dc:creator>
  <cp:lastModifiedBy>Codex</cp:lastModifiedBy>
  <cp:revision>1</cp:revision>
  <dcterms:created xsi:type="dcterms:W3CDTF">2026-04-29T02:29:27Z</dcterms:created>
  <dcterms:modified xsi:type="dcterms:W3CDTF">2026-04-29T02:29:28Z</dcterms:modified>
</cp:coreProperties>
</file>